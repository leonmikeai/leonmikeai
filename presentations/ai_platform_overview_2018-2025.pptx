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Welcome the audience and introduce yourself</a:t>
            </a:r>
          </a:p>
          <a:p>
            <a:r>
              <a:t>- Emphasize the scale: 50M+ users across 120+ countries</a:t>
            </a:r>
          </a:p>
          <a:p>
            <a:r>
              <a:t>- Highlight the growth trajectory: from 5M users in 2018 to 50M+ in 2025</a:t>
            </a:r>
          </a:p>
          <a:p>
            <a:r>
              <a:t>- Mention our commitment to sustainable AI technology</a:t>
            </a:r>
          </a:p>
          <a:p>
            <a:r>
              <a:t>- Note: This platform has processed over 1 billion AI requests monthly</a:t>
            </a:r>
          </a:p>
          <a:p>
            <a:r>
              <a:t>- Time: 2-3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Explain the cloud-native approach and its benefits</a:t>
            </a:r>
          </a:p>
          <a:p>
            <a:r>
              <a:t>- Detail the multi-region strategy for low latency (avg 50ms response time)</a:t>
            </a:r>
          </a:p>
          <a:p>
            <a:r>
              <a:t>- Discuss Kubernetes deployment across 15+ clusters</a:t>
            </a:r>
          </a:p>
          <a:p>
            <a:r>
              <a:t>- Mention the real-time pipeline: 10M events/second processing capacity</a:t>
            </a:r>
          </a:p>
          <a:p>
            <a:r>
              <a:t>- Emphasize security: SOC2, GDPR, HIPAA compliant</a:t>
            </a:r>
          </a:p>
          <a:p>
            <a:r>
              <a:t>- Green initiative: 100% renewable energy by 2024, achieved 6 months early</a:t>
            </a:r>
          </a:p>
          <a:p>
            <a:r>
              <a:t>- Technical depth: Docker containers, service mesh, API gateway</a:t>
            </a:r>
          </a:p>
          <a:p>
            <a:r>
              <a:t>- Time: 3-4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Active Users: 50M monthly active users, up from 35M in 2024</a:t>
            </a:r>
          </a:p>
          <a:p>
            <a:r>
              <a:t>- Uptime: 99.9% SLA maintained for 18 consecutive months</a:t>
            </a:r>
          </a:p>
          <a:p>
            <a:r>
              <a:t>- API Calls: 500M+ daily API calls, peak at 25K requests/second</a:t>
            </a:r>
          </a:p>
          <a:p>
            <a:r>
              <a:t>- Additional metrics to mention:</a:t>
            </a:r>
          </a:p>
          <a:p>
            <a:r>
              <a:t>  * Average response time: 50ms</a:t>
            </a:r>
          </a:p>
          <a:p>
            <a:r>
              <a:t>  * Customer satisfaction: 4.8/5.0</a:t>
            </a:r>
          </a:p>
          <a:p>
            <a:r>
              <a:t>  * Model accuracy improvements: 25% year-over-year</a:t>
            </a:r>
          </a:p>
          <a:p>
            <a:r>
              <a:t>  * Cost per transaction: reduced by 35% since 2023</a:t>
            </a:r>
          </a:p>
          <a:p>
            <a:r>
              <a:t>- Emphasize reliability and scale</a:t>
            </a:r>
          </a:p>
          <a:p>
            <a:r>
              <a:t>- Time: 2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NLP: 100+ languages with 95%+ accuracy</a:t>
            </a:r>
          </a:p>
          <a:p>
            <a:r>
              <a:t>- Real-world NLP use cases: customer support automation, content moderation</a:t>
            </a:r>
          </a:p>
          <a:p>
            <a:r>
              <a:t>- Computer Vision: deployed in retail, manufacturing, healthcare</a:t>
            </a:r>
          </a:p>
          <a:p>
            <a:r>
              <a:t>- Example: processing 10M images/day for quality control</a:t>
            </a:r>
          </a:p>
          <a:p>
            <a:r>
              <a:t>- Predictive Analytics: fraud detection, demand forecasting</a:t>
            </a:r>
          </a:p>
          <a:p>
            <a:r>
              <a:t>- Success story: helped retail client reduce inventory costs by 20%</a:t>
            </a:r>
          </a:p>
          <a:p>
            <a:r>
              <a:t>- All models retrained quarterly with latest data</a:t>
            </a:r>
          </a:p>
          <a:p>
            <a:r>
              <a:t>- Time: 3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Market overview: $150B AI platform market by 2025</a:t>
            </a:r>
          </a:p>
          <a:p>
            <a:r>
              <a:t>- Our position: Top 5 enterprise AI platform provider</a:t>
            </a:r>
          </a:p>
          <a:p>
            <a:r>
              <a:t>- AWS AI: Market leader, strong in infrastructure</a:t>
            </a:r>
          </a:p>
          <a:p>
            <a:r>
              <a:t>- Google Cloud AI: Advanced ML/AutoML capabilities</a:t>
            </a:r>
          </a:p>
          <a:p>
            <a:r>
              <a:t>- Azure AI: Enterprise integration strength</a:t>
            </a:r>
          </a:p>
          <a:p>
            <a:r>
              <a:t>- IBM Watson: Industry-specific solutions</a:t>
            </a:r>
          </a:p>
          <a:p>
            <a:r>
              <a:t>- Salesforce AI: CRM-focused AI automation</a:t>
            </a:r>
          </a:p>
          <a:p>
            <a:r>
              <a:t>- Oracle AI: Database-integrated AI</a:t>
            </a:r>
          </a:p>
          <a:p>
            <a:r>
              <a:t>- Our differentiators:</a:t>
            </a:r>
          </a:p>
          <a:p>
            <a:r>
              <a:t>  * Green technology focus (40% lower carbon footprint)</a:t>
            </a:r>
          </a:p>
          <a:p>
            <a:r>
              <a:t>  * Superior customer support (24/7 dedicated teams)</a:t>
            </a:r>
          </a:p>
          <a:p>
            <a:r>
              <a:t>  * Flexible pricing models</a:t>
            </a:r>
          </a:p>
          <a:p>
            <a:r>
              <a:t>  * Faster deployment (30% quicker than competitors)</a:t>
            </a:r>
          </a:p>
          <a:p>
            <a:r>
              <a:t>- NOTE: Replace these colored placeholders with compliant logo versions before public use</a:t>
            </a:r>
          </a:p>
          <a:p>
            <a:r>
              <a:t>- Time: 3-4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Infrastructure: Cloud-agnostic deployment via Terraform</a:t>
            </a:r>
          </a:p>
          <a:p>
            <a:r>
              <a:t>- Kubernetes: 15+ production clusters, 5000+ pods</a:t>
            </a:r>
          </a:p>
          <a:p>
            <a:r>
              <a:t>- ML Frameworks: Multi-framework support for flexibility</a:t>
            </a:r>
          </a:p>
          <a:p>
            <a:r>
              <a:t>- TensorFlow for deep learning, PyTorch for research</a:t>
            </a:r>
          </a:p>
          <a:p>
            <a:r>
              <a:t>- Data Processing: Real-time streaming with Kafka (10M events/sec)</a:t>
            </a:r>
          </a:p>
          <a:p>
            <a:r>
              <a:t>- Batch processing with Spark on 1000+ node clusters</a:t>
            </a:r>
          </a:p>
          <a:p>
            <a:r>
              <a:t>- Databases: Polyglot persistence strategy</a:t>
            </a:r>
          </a:p>
          <a:p>
            <a:r>
              <a:t>- PostgreSQL for transactional, MongoDB for documents, Redis for caching</a:t>
            </a:r>
          </a:p>
          <a:p>
            <a:r>
              <a:t>- Monitoring: Full observability stack</a:t>
            </a:r>
          </a:p>
          <a:p>
            <a:r>
              <a:t>- 200+ dashboards, 5000+ alerts configured</a:t>
            </a:r>
          </a:p>
          <a:p>
            <a:r>
              <a:t>- Languages: Polyglot development team</a:t>
            </a:r>
          </a:p>
          <a:p>
            <a:r>
              <a:t>- Python for ML, Go for services, Java for enterprise integration</a:t>
            </a:r>
          </a:p>
          <a:p>
            <a:r>
              <a:t>- Time: 3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Security-first approach in all development</a:t>
            </a:r>
          </a:p>
          <a:p>
            <a:r>
              <a:t>- SOC 2 Type II: Annual audits, zero critical findings in 3 years</a:t>
            </a:r>
          </a:p>
          <a:p>
            <a:r>
              <a:t>- GDPR: Full data residency support, right to deletion implemented</a:t>
            </a:r>
          </a:p>
          <a:p>
            <a:r>
              <a:t>- CCPA: California privacy law compliance</a:t>
            </a:r>
          </a:p>
          <a:p>
            <a:r>
              <a:t>- HIPAA: Healthcare data handling certified</a:t>
            </a:r>
          </a:p>
          <a:p>
            <a:r>
              <a:t>- ISO 27001: International security standard</a:t>
            </a:r>
          </a:p>
          <a:p>
            <a:r>
              <a:t>- Penetration testing: Quarterly by third-party security firms</a:t>
            </a:r>
          </a:p>
          <a:p>
            <a:r>
              <a:t>- Encryption: TLS 1.3 for transit, AES-256 for at rest</a:t>
            </a:r>
          </a:p>
          <a:p>
            <a:r>
              <a:t>- MFA: Required for all administrative access</a:t>
            </a:r>
          </a:p>
          <a:p>
            <a:r>
              <a:t>- Additional security measures:</a:t>
            </a:r>
          </a:p>
          <a:p>
            <a:r>
              <a:t>  * Bug bounty program: $500K paid out to researchers</a:t>
            </a:r>
          </a:p>
          <a:p>
            <a:r>
              <a:t>  * Security Operations Center (SOC): 24/7 monitoring</a:t>
            </a:r>
          </a:p>
          <a:p>
            <a:r>
              <a:t>  * Incident response team: &lt;15 min response time</a:t>
            </a:r>
          </a:p>
          <a:p>
            <a:r>
              <a:t>- Time: 3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Sustainability is core to our mission</a:t>
            </a:r>
          </a:p>
          <a:p>
            <a:r>
              <a:t>- Renewable energy: Solar and wind power contracts</a:t>
            </a:r>
          </a:p>
          <a:p>
            <a:r>
              <a:t>- 100% renewable achieved 6 months ahead of schedule (June 2024)</a:t>
            </a:r>
          </a:p>
          <a:p>
            <a:r>
              <a:t>- Carbon footprint: Reduced from 10,000 tons/year (2020) to 6,000 tons/year (2025)</a:t>
            </a:r>
          </a:p>
          <a:p>
            <a:r>
              <a:t>- AI optimization: Model compression reduces compute by 30%</a:t>
            </a:r>
          </a:p>
          <a:p>
            <a:r>
              <a:t>- Efficient architectures: Pruning, quantization techniques</a:t>
            </a:r>
          </a:p>
          <a:p>
            <a:r>
              <a:t>- Water cooling: 50% more efficient than air cooling</a:t>
            </a:r>
          </a:p>
          <a:p>
            <a:r>
              <a:t>- Reduces energy consumption by 30-40%</a:t>
            </a:r>
          </a:p>
          <a:p>
            <a:r>
              <a:t>- E-waste: Partnership with certified recyclers</a:t>
            </a:r>
          </a:p>
          <a:p>
            <a:r>
              <a:t>- 95% of hardware recycled or refurbished</a:t>
            </a:r>
          </a:p>
          <a:p>
            <a:r>
              <a:t>- Carbon offsets: Reforestation projects in 10 countries</a:t>
            </a:r>
          </a:p>
          <a:p>
            <a:r>
              <a:t>- 150% offset ensures net positive environmental impact</a:t>
            </a:r>
          </a:p>
          <a:p>
            <a:r>
              <a:t>- Industry recognition: Green Cloud Provider Award 2024</a:t>
            </a:r>
          </a:p>
          <a:p>
            <a:r>
              <a:t>- Target: Full carbon neutrality by 2026</a:t>
            </a:r>
          </a:p>
          <a:p>
            <a:r>
              <a:t>- Time: 3-4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Real customer results (names anonymized for privacy)</a:t>
            </a:r>
          </a:p>
          <a:p>
            <a:r>
              <a:t>- Retailer: AI-powered product recommendations</a:t>
            </a:r>
          </a:p>
          <a:p>
            <a:r>
              <a:t>  * 35% conversion increase</a:t>
            </a:r>
          </a:p>
          <a:p>
            <a:r>
              <a:t>  * $50M additional revenue in first year</a:t>
            </a:r>
          </a:p>
          <a:p>
            <a:r>
              <a:t>- Bank: Real-time fraud detection</a:t>
            </a:r>
          </a:p>
          <a:p>
            <a:r>
              <a:t>  * Reduced fraud by 60%</a:t>
            </a:r>
          </a:p>
          <a:p>
            <a:r>
              <a:t>  * Saved $100M+ annually</a:t>
            </a:r>
          </a:p>
          <a:p>
            <a:r>
              <a:t>- Healthcare: Medical imaging AI</a:t>
            </a:r>
          </a:p>
          <a:p>
            <a:r>
              <a:t>  * 50% faster diagnosis</a:t>
            </a:r>
          </a:p>
          <a:p>
            <a:r>
              <a:t>  * 98% accuracy in detecting conditions</a:t>
            </a:r>
          </a:p>
          <a:p>
            <a:r>
              <a:t>  * Deployed across 200+ hospitals</a:t>
            </a:r>
          </a:p>
          <a:p>
            <a:r>
              <a:t>- Manufacturing: Predictive maintenance</a:t>
            </a:r>
          </a:p>
          <a:p>
            <a:r>
              <a:t>  * 25% less downtime</a:t>
            </a:r>
          </a:p>
          <a:p>
            <a:r>
              <a:t>  * Prevented 50+ critical failures</a:t>
            </a:r>
          </a:p>
          <a:p>
            <a:r>
              <a:t>  * $30M cost savings</a:t>
            </a:r>
          </a:p>
          <a:p>
            <a:r>
              <a:t>- Media: Content recommendation engine</a:t>
            </a:r>
          </a:p>
          <a:p>
            <a:r>
              <a:t>  * 40% better personalization</a:t>
            </a:r>
          </a:p>
          <a:p>
            <a:r>
              <a:t>  * 20% increase in user engagement</a:t>
            </a:r>
          </a:p>
          <a:p>
            <a:r>
              <a:t>  * Streaming platform with 10M users</a:t>
            </a:r>
          </a:p>
          <a:p>
            <a:r>
              <a:t>- Over 500 enterprise customers worldwide</a:t>
            </a:r>
          </a:p>
          <a:p>
            <a:r>
              <a:t>- 95% customer retention rate</a:t>
            </a:r>
          </a:p>
          <a:p>
            <a:r>
              <a:t>- Time: 3-4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Ambitious roadmap aligned with market trends</a:t>
            </a:r>
          </a:p>
          <a:p>
            <a:r>
              <a:t>- Q1 2025 (Current): Multimodal AI</a:t>
            </a:r>
          </a:p>
          <a:p>
            <a:r>
              <a:t>  * Unified models handling text, images, audio</a:t>
            </a:r>
          </a:p>
          <a:p>
            <a:r>
              <a:t>  * GPT-4 Vision-like capabilities</a:t>
            </a:r>
          </a:p>
          <a:p>
            <a:r>
              <a:t>  * Launch: January 2025</a:t>
            </a:r>
          </a:p>
          <a:p>
            <a:r>
              <a:t>- Q2 2025: Edge AI</a:t>
            </a:r>
          </a:p>
          <a:p>
            <a:r>
              <a:t>  * Deploy models on edge devices (IoT, mobile)</a:t>
            </a:r>
          </a:p>
          <a:p>
            <a:r>
              <a:t>  * Reduce latency to &lt;10ms</a:t>
            </a:r>
          </a:p>
          <a:p>
            <a:r>
              <a:t>  * 70% cost reduction for certain use cases</a:t>
            </a:r>
          </a:p>
          <a:p>
            <a:r>
              <a:t>- Q3 2025: AutoML Platform</a:t>
            </a:r>
          </a:p>
          <a:p>
            <a:r>
              <a:t>  * No-code AI model builder</a:t>
            </a:r>
          </a:p>
          <a:p>
            <a:r>
              <a:t>  * Automated feature engineering</a:t>
            </a:r>
          </a:p>
          <a:p>
            <a:r>
              <a:t>  * Target: Citizen data scientists</a:t>
            </a:r>
          </a:p>
          <a:p>
            <a:r>
              <a:t>- Q4 2025: Quantum Computing</a:t>
            </a:r>
          </a:p>
          <a:p>
            <a:r>
              <a:t>  * Experimental quantum ML algorithms</a:t>
            </a:r>
          </a:p>
          <a:p>
            <a:r>
              <a:t>  * Partnership with quantum hardware providers</a:t>
            </a:r>
          </a:p>
          <a:p>
            <a:r>
              <a:t>  * Optimization problems 100x faster</a:t>
            </a:r>
          </a:p>
          <a:p>
            <a:r>
              <a:t>- Q1 2026: Collaborative Workspaces</a:t>
            </a:r>
          </a:p>
          <a:p>
            <a:r>
              <a:t>  * Real-time AI-powered collaboration</a:t>
            </a:r>
          </a:p>
          <a:p>
            <a:r>
              <a:t>  * Integration with popular dev tools</a:t>
            </a:r>
          </a:p>
          <a:p>
            <a:r>
              <a:t>- Q2 2026: Carbon Neutral</a:t>
            </a:r>
          </a:p>
          <a:p>
            <a:r>
              <a:t>  * Achieving sustainability goals</a:t>
            </a:r>
          </a:p>
          <a:p>
            <a:r>
              <a:t>  * Industry leadership in green AI</a:t>
            </a:r>
          </a:p>
          <a:p>
            <a:r>
              <a:t>- Investment: $200M in R&amp;D for 2025-2026</a:t>
            </a:r>
          </a:p>
          <a:p>
            <a:r>
              <a:t>- Time: 3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Flexible pricing to suit all business sizes</a:t>
            </a:r>
          </a:p>
          <a:p>
            <a:r>
              <a:t>- Starter Package: $99/month</a:t>
            </a:r>
          </a:p>
          <a:p>
            <a:r>
              <a:t>  * 100K API calls</a:t>
            </a:r>
          </a:p>
          <a:p>
            <a:r>
              <a:t>  * Basic support</a:t>
            </a:r>
          </a:p>
          <a:p>
            <a:r>
              <a:t>  * Perfect for startups, MVPs</a:t>
            </a:r>
          </a:p>
          <a:p>
            <a:r>
              <a:t>- Professional: $499/month</a:t>
            </a:r>
          </a:p>
          <a:p>
            <a:r>
              <a:t>  * 1M API calls</a:t>
            </a:r>
          </a:p>
          <a:p>
            <a:r>
              <a:t>  * Priority support</a:t>
            </a:r>
          </a:p>
          <a:p>
            <a:r>
              <a:t>  * Advanced features</a:t>
            </a:r>
          </a:p>
          <a:p>
            <a:r>
              <a:t>  * Most popular package</a:t>
            </a:r>
          </a:p>
          <a:p>
            <a:r>
              <a:t>- Enterprise: Custom</a:t>
            </a:r>
          </a:p>
          <a:p>
            <a:r>
              <a:t>  * Unlimited API calls</a:t>
            </a:r>
          </a:p>
          <a:p>
            <a:r>
              <a:t>  * Dedicated account manager</a:t>
            </a:r>
          </a:p>
          <a:p>
            <a:r>
              <a:t>  * 24/7 premium support</a:t>
            </a:r>
          </a:p>
          <a:p>
            <a:r>
              <a:t>  * Custom SLAs</a:t>
            </a:r>
          </a:p>
          <a:p>
            <a:r>
              <a:t>  * Typical range: $5K-$50K/month</a:t>
            </a:r>
          </a:p>
          <a:p>
            <a:r>
              <a:t>- Pay-as-you-go: $0.001 per API call</a:t>
            </a:r>
          </a:p>
          <a:p>
            <a:r>
              <a:t>  * No commitment</a:t>
            </a:r>
          </a:p>
          <a:p>
            <a:r>
              <a:t>  * Good for variable workloads</a:t>
            </a:r>
          </a:p>
          <a:p>
            <a:r>
              <a:t>- Free tier: 10K calls/month</a:t>
            </a:r>
          </a:p>
          <a:p>
            <a:r>
              <a:t>  * Great for developers to experiment</a:t>
            </a:r>
          </a:p>
          <a:p>
            <a:r>
              <a:t>  * No credit card required</a:t>
            </a:r>
          </a:p>
          <a:p>
            <a:r>
              <a:t>- Educational: 50% off</a:t>
            </a:r>
          </a:p>
          <a:p>
            <a:r>
              <a:t>  * Supporting research and education</a:t>
            </a:r>
          </a:p>
          <a:p>
            <a:r>
              <a:t>  * 100+ universities using our platform</a:t>
            </a:r>
          </a:p>
          <a:p>
            <a:r>
              <a:t>- All packages include:</a:t>
            </a:r>
          </a:p>
          <a:p>
            <a:r>
              <a:t>  * Dashboard access</a:t>
            </a:r>
          </a:p>
          <a:p>
            <a:r>
              <a:t>  * API documentation</a:t>
            </a:r>
          </a:p>
          <a:p>
            <a:r>
              <a:t>  * Basic training resources</a:t>
            </a:r>
          </a:p>
          <a:p>
            <a:r>
              <a:t>- Custom packages available</a:t>
            </a:r>
          </a:p>
          <a:p>
            <a:r>
              <a:t>- Time: 2-3 minutes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SPEAKER NOTES:</a:t>
            </a:r>
          </a:p>
          <a:p>
            <a:r>
              <a:t>- Recap key points:</a:t>
            </a:r>
          </a:p>
          <a:p>
            <a:r>
              <a:t>  * Industry-leading AI platform</a:t>
            </a:r>
          </a:p>
          <a:p>
            <a:r>
              <a:t>  * 50M+ users, 99.9% uptime</a:t>
            </a:r>
          </a:p>
          <a:p>
            <a:r>
              <a:t>  * Green technology leader</a:t>
            </a:r>
          </a:p>
          <a:p>
            <a:r>
              <a:t>  * Comprehensive security and compliance</a:t>
            </a:r>
          </a:p>
          <a:p>
            <a:r>
              <a:t>  * Flexible pricing for all business sizes</a:t>
            </a:r>
          </a:p>
          <a:p>
            <a:r>
              <a:t>- Call to action:</a:t>
            </a:r>
          </a:p>
          <a:p>
            <a:r>
              <a:t>  * Visit our website for more information</a:t>
            </a:r>
          </a:p>
          <a:p>
            <a:r>
              <a:t>  * Schedule a free demo</a:t>
            </a:r>
          </a:p>
          <a:p>
            <a:r>
              <a:t>  * Start with free tier - no credit card needed</a:t>
            </a:r>
          </a:p>
          <a:p>
            <a:r>
              <a:t>- Contact information:</a:t>
            </a:r>
          </a:p>
          <a:p>
            <a:r>
              <a:t>  * Website: www.aiplatform.example.com</a:t>
            </a:r>
          </a:p>
          <a:p>
            <a:r>
              <a:t>  * Email: sales@aiplatform.example.com</a:t>
            </a:r>
          </a:p>
          <a:p>
            <a:r>
              <a:t>  * Phone: +1-800-AI-PLATFORM (available 24/7)</a:t>
            </a:r>
          </a:p>
          <a:p>
            <a:r>
              <a:t>  * Demo scheduling: demo.aiplatform.example.com</a:t>
            </a:r>
          </a:p>
          <a:p>
            <a:r>
              <a:t>- Social media:</a:t>
            </a:r>
          </a:p>
          <a:p>
            <a:r>
              <a:t>  * Twitter: @AIplatform</a:t>
            </a:r>
          </a:p>
          <a:p>
            <a:r>
              <a:t>  * LinkedIn: linkedin.com/company/aiplatform</a:t>
            </a:r>
          </a:p>
          <a:p>
            <a:r>
              <a:t>  * GitHub: github.com/aiplatform</a:t>
            </a:r>
          </a:p>
          <a:p>
            <a:r>
              <a:t>- Open for questions and discussion</a:t>
            </a:r>
          </a:p>
          <a:p>
            <a:r>
              <a:t>- Business cards available after presentation</a:t>
            </a:r>
          </a:p>
          <a:p>
            <a:r>
              <a:t>- Follow-up: We'll send detailed white papers to all attendees</a:t>
            </a:r>
          </a:p>
          <a:p>
            <a:r>
              <a:t>- Thank the audience for their time</a:t>
            </a:r>
          </a:p>
          <a:p>
            <a:r>
              <a:t>- Time: 2 minutes + Q&amp;A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AI Platform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0EE90"/>
                </a:solidFill>
              </a:defRPr>
            </a:pPr>
            <a:r>
              <a:t>Technology Evolution 2018-2025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Comprehensive AI platform serving 50M+ users globally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300% growth in AI model deployment (2018-2025)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Industry-leading 99.9% uptime SLA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Green technology initiative: 40% carbon footprint reduction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Strategic partnerships with Fortune 500 companies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Cloud-native microservices architecture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Multi-region deployment (US, EU, APAC)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Kubernetes orchestration with auto-scaling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Real-time data processing pipeline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Advanced security with SOC2 Type II compliance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Green data centers powered by renewable 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Key Performance Indicators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2286000"/>
            <a:ext cx="2286000" cy="1828800"/>
          </a:xfrm>
          <a:prstGeom prst="rect">
            <a:avLst/>
          </a:prstGeom>
          <a:solidFill>
            <a:srgbClr val="90EE90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228B22"/>
                </a:solidFill>
              </a:defRPr>
            </a:pPr>
            <a:r>
              <a:t>50M+</a:t>
            </a:r>
          </a:p>
          <a:p>
            <a:pPr algn="ctr">
              <a:spcBef>
                <a:spcPts val="1200"/>
              </a:spcBef>
              <a:defRPr sz="1600">
                <a:solidFill>
                  <a:srgbClr val="000000"/>
                </a:solidFill>
              </a:defRPr>
            </a:pPr>
            <a:r>
              <a:t>Active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429000" y="2286000"/>
            <a:ext cx="2286000" cy="1828800"/>
          </a:xfrm>
          <a:prstGeom prst="rect">
            <a:avLst/>
          </a:prstGeom>
          <a:solidFill>
            <a:srgbClr val="90EE90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228B22"/>
                </a:solidFill>
              </a:defRPr>
            </a:pPr>
            <a:r>
              <a:t>99.9%</a:t>
            </a:r>
          </a:p>
          <a:p>
            <a:pPr algn="ctr">
              <a:spcBef>
                <a:spcPts val="1200"/>
              </a:spcBef>
              <a:defRPr sz="1600">
                <a:solidFill>
                  <a:srgbClr val="000000"/>
                </a:solidFill>
              </a:defRPr>
            </a:pPr>
            <a:r>
              <a:t>Uptime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2286000"/>
            <a:ext cx="2286000" cy="1828800"/>
          </a:xfrm>
          <a:prstGeom prst="rect">
            <a:avLst/>
          </a:prstGeom>
          <a:solidFill>
            <a:srgbClr val="90EE90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228B22"/>
                </a:solidFill>
              </a:defRPr>
            </a:pPr>
            <a:r>
              <a:t>500M+</a:t>
            </a:r>
          </a:p>
          <a:p>
            <a:pPr algn="ctr">
              <a:spcBef>
                <a:spcPts val="1200"/>
              </a:spcBef>
              <a:defRPr sz="1600">
                <a:solidFill>
                  <a:srgbClr val="000000"/>
                </a:solidFill>
              </a:defRPr>
            </a:pPr>
            <a:r>
              <a:t>API Calls/Day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Core AI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Natural Language Processing (NLP)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  - Multi-language support (100+ languages)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  - Sentiment analysis and entity recognition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Computer Vision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  - Object detection and image classification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  - Real-time video analytics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Predictive Analytics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  - Time-series forecasting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  - Anomaly detection and pattern recognition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Competitive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1828800"/>
            <a:ext cx="2011680" cy="1371600"/>
          </a:xfrm>
          <a:prstGeom prst="rect">
            <a:avLst/>
          </a:prstGeom>
          <a:solidFill>
            <a:srgbClr val="FF990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AWS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0" y="1828800"/>
            <a:ext cx="2011680" cy="1371600"/>
          </a:xfrm>
          <a:prstGeom prst="rect">
            <a:avLst/>
          </a:prstGeom>
          <a:solidFill>
            <a:srgbClr val="4285F4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Google Cloud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828800"/>
            <a:ext cx="2011680" cy="1371600"/>
          </a:xfrm>
          <a:prstGeom prst="rect">
            <a:avLst/>
          </a:prstGeom>
          <a:solidFill>
            <a:srgbClr val="0078D4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Azure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49040"/>
            <a:ext cx="2011680" cy="1371600"/>
          </a:xfrm>
          <a:prstGeom prst="rect">
            <a:avLst/>
          </a:prstGeom>
          <a:solidFill>
            <a:srgbClr val="4646FF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IBM Watson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3749040"/>
            <a:ext cx="2011680" cy="1371600"/>
          </a:xfrm>
          <a:prstGeom prst="rect">
            <a:avLst/>
          </a:prstGeom>
          <a:solidFill>
            <a:srgbClr val="00A1E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Salesforce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3749040"/>
            <a:ext cx="2011680" cy="1371600"/>
          </a:xfrm>
          <a:prstGeom prst="rect">
            <a:avLst/>
          </a:prstGeom>
          <a:solidFill>
            <a:srgbClr val="FF000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Oracle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Infrastructure: Kubernetes, Docker, Terraform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ML Frameworks: TensorFlow, PyTorch, Scikit-learn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Data Processing: Apache Spark, Kafka, Airflow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Databases: PostgreSQL, MongoDB, Redis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Monitoring: Prometheus, Grafana, ELK Stack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Languages: Python, Go, Java, TypeScript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SOC 2 Type II certified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GDPR and CCPA compliant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HIPAA compliant for healthcare applications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ISO 27001 information security certified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Regular penetration testing and security audits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End-to-end encryption for data in transit and at rest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Multi-factor authentication (MFA)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Green Technology Initiative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100% renewable energy data centers (achieved 2024)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40% carbon footprint reduction since 2020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Energy-efficient AI model optimization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Water cooling systems in data centers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E-waste recycling program: 95% equipment recycled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Carbon offset investments: 150% of remaining emissions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Target: Carbon neutral by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Customer Success 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Fortune 500 Retailer: 35% increase in conversion rates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Global Bank: 60% reduction in fraud detection time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Healthcare Provider: 50% faster diagnosis with AI imaging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Manufacturing: 25% reduction in equipment downtime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Media Company: 40% improvement in content personalization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Roadmap 2025-2026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Q1 2025: Multimodal AI models (text + image + audio)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Q2 2025: Edge AI deployment capabilities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Q3 2025: Advanced AutoML platform launch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Q4 2025: Quantum computing integration (experimental)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Q1 2026: Real-time collaborative AI workspaces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Q2 2026: Carbon neutral operations achieved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Flexible Pricing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Starter: $99/month - Up to 100K API calls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Professional: $499/month - Up to 1M API calls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Enterprise: Custom pricing - Unlimited calls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Pay-as-you-go option available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Free tier: 10K API calls/month for developers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Educational discount: 50% off for academic institutions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8288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Let's Build the Future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Website: www.aiplatform.example.com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Email: sales@aiplatform.example.com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Phone: +1-800-AI-PLATFORM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• Schedule a demo: demo.aiplatform.example.com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Thank you for your time!</a:t>
            </a:r>
          </a:p>
          <a:p>
            <a:pPr>
              <a:spcBef>
                <a:spcPts val="1200"/>
              </a:spcBef>
              <a:defRPr sz="1800">
                <a:solidFill>
                  <a:srgbClr val="000000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